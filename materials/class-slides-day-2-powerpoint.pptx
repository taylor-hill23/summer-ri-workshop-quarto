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35"/>
  </p:normalViewPr>
  <p:slideViewPr>
    <p:cSldViewPr snapToGrid="0">
      <p:cViewPr varScale="1">
        <p:scale>
          <a:sx n="105" d="100"/>
          <a:sy n="10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4A51-E9E0-A6B7-E43D-951559FE6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6962D-4624-2ABE-7828-FCA2C30E9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05A49-8554-5306-C63F-8A296FC9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2B04-E1D9-C745-9637-3DEEE59369FE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9AF95-15B5-5632-7959-E93C055FC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AF8CF-06D5-5CE3-10C1-B3A9EC9C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9EFC-9753-3C4E-9EF5-DCA494FDD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49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2180-F06B-76E3-58D7-454EECF7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51FEC-ADBF-AD6C-8F45-304F51413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1A119-E61A-089E-8329-5C16A3C5B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2B04-E1D9-C745-9637-3DEEE59369FE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05DA4-C87F-0EFD-5EE5-1A7EA803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8FB6B-0C59-92B3-5D46-D15B8704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9EFC-9753-3C4E-9EF5-DCA494FDD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0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CA657-17FF-FB4F-CCF1-D4AC865A9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817B5-ED19-5500-BFDA-417BD7843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48F2A-BC79-EE9C-6EB1-E86856CE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2B04-E1D9-C745-9637-3DEEE59369FE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35429-4D0D-9A3B-1DBF-077EA01BC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F7D46-714C-5CE5-23E0-AA5F92122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9EFC-9753-3C4E-9EF5-DCA494FDD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0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18544-1E48-8048-EDB2-3727054AF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E4609-DB7E-04D7-36CF-A86A87681F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44D0F-3302-B82A-9E45-AA706FC1A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51F50-C116-D637-C644-6C698E86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2B04-E1D9-C745-9637-3DEEE59369FE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3C1BA-80D0-8EED-F64B-712E3C1E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5AC56-584D-1005-B640-8D1FC2D9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9EFC-9753-3C4E-9EF5-DCA494FDD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3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F0AF2-CD47-8695-0799-81EAA676C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6E3A9-62DD-D1AA-6E9D-6AF929DCC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01220-1168-AAAC-D9FC-349002C36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E1971-810C-B05E-3E5C-BE20E62A3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222A0-1121-D27B-25FB-D7D99163E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036F9C-8FF1-E5D9-3358-E81E4828C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2B04-E1D9-C745-9637-3DEEE59369FE}" type="datetimeFigureOut">
              <a:rPr lang="en-US" smtClean="0"/>
              <a:t>8/5/26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5F9D1E-6873-317A-2D4B-D0E75311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B7A7E9-0B84-05F7-77A6-E32405DF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9EFC-9753-3C4E-9EF5-DCA494FDD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25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7CD83-4028-A6F9-898D-793FDEEE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355F8D-87CA-D25C-4949-6A0B0AD75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2B04-E1D9-C745-9637-3DEEE59369FE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0DD8A-449D-7201-3D46-6A0C1F41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C5824-8A5E-A4F5-5CB8-1FA3D9E0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9EFC-9753-3C4E-9EF5-DCA494FDD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9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E4B73-BBE9-AED4-D74C-F966D6A8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2B04-E1D9-C745-9637-3DEEE59369FE}" type="datetimeFigureOut">
              <a:rPr lang="en-US" smtClean="0"/>
              <a:t>8/5/26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FBF23C-F62A-2FA7-39F5-3830C0C5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F4AE8-129A-44FD-E96A-A553E4E3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9EFC-9753-3C4E-9EF5-DCA494FDD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20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6F2B-AB3B-A197-A2EC-8CA1A6104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F6AB5-92D8-E990-0E02-8D69B2BBF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536787-570E-2004-CE91-F741F4095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2F7DA-06E6-C4DD-CECD-0B3CC543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2B04-E1D9-C745-9637-3DEEE59369FE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3A34D-1134-AE50-F749-A92F34F80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909D6-B0EE-5C22-AA45-40FFAF0D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9EFC-9753-3C4E-9EF5-DCA494FDD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4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5B47-2F95-AFD2-FCE7-8832C099C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B0CE99-ACF7-6B4A-B87C-B1E01F9FC5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6F3AA-10C6-E01F-92E3-F6C0BFB0A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70D2A-97A7-385A-9FCF-9FC5F588B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2B04-E1D9-C745-9637-3DEEE59369FE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62BFB-EA50-97C4-BB7E-012B64122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209F8-725A-231D-4B91-D1ACB1F8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9EFC-9753-3C4E-9EF5-DCA494FDD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2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6A6E-1BD0-7B51-F9C9-233D8348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9ACA3-C83F-BDFC-A149-32F012862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94F5F-EA97-AAF9-496B-0E4A208A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2B04-E1D9-C745-9637-3DEEE59369FE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EE4A4-3901-848A-0665-5D52D283D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83328-9A90-0505-538A-B81DA124A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9EFC-9753-3C4E-9EF5-DCA494FDD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29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840E4B-9FCB-9ECB-A65A-6693A8908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484E1-05E5-F01A-2DC3-92857FE65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06CBE-354A-67E8-60D8-41A6D0A15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2B04-E1D9-C745-9637-3DEEE59369FE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3B650-1960-3CFA-D979-69AE6AFD1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57F3-F419-9E4A-5C12-8D42546D3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9EFC-9753-3C4E-9EF5-DCA494FDD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68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3C434-B986-14A4-4A67-1CA9D184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474FD-898E-BA1E-F7B4-1332C356E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DF500-CAF7-F730-79BE-025590F41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72B04-E1D9-C745-9637-3DEEE59369FE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DFEAE-5981-9F79-CA0A-FBC247808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A210C-F97D-04BB-601D-8EF53B560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E9EFC-9753-3C4E-9EF5-DCA494FDD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70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0BD36-59AB-86A5-4E05-A3B2A10B6E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42036-E0A8-F0B3-7317-60E437A087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22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Hill</dc:creator>
  <cp:lastModifiedBy>Taylor Hill</cp:lastModifiedBy>
  <cp:revision>1</cp:revision>
  <dcterms:created xsi:type="dcterms:W3CDTF">2026-08-05T16:50:30Z</dcterms:created>
  <dcterms:modified xsi:type="dcterms:W3CDTF">2026-08-05T16:51:23Z</dcterms:modified>
</cp:coreProperties>
</file>